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ed Hat Display SemiBold"/>
      <p:regular r:id="rId12"/>
      <p:bold r:id="rId13"/>
      <p:italic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  <p:embeddedFont>
      <p:font typeface="Red Hat Display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-regular.fntdata"/><Relationship Id="rId22" Type="http://schemas.openxmlformats.org/officeDocument/2006/relationships/font" Target="fonts/RedHatDisplay-italic.fntdata"/><Relationship Id="rId21" Type="http://schemas.openxmlformats.org/officeDocument/2006/relationships/font" Target="fonts/RedHatDisplay-bold.fntdata"/><Relationship Id="rId23" Type="http://schemas.openxmlformats.org/officeDocument/2006/relationships/font" Target="fonts/RedHat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edHatDisplaySemiBold-bold.fntdata"/><Relationship Id="rId12" Type="http://schemas.openxmlformats.org/officeDocument/2006/relationships/font" Target="fonts/RedHatDisplaySemiBold-regular.fntdata"/><Relationship Id="rId15" Type="http://schemas.openxmlformats.org/officeDocument/2006/relationships/font" Target="fonts/RedHatDisplaySemiBold-boldItalic.fntdata"/><Relationship Id="rId14" Type="http://schemas.openxmlformats.org/officeDocument/2006/relationships/font" Target="fonts/RedHatDisplaySemiBold-italic.fntdata"/><Relationship Id="rId17" Type="http://schemas.openxmlformats.org/officeDocument/2006/relationships/font" Target="fonts/RedHatDisplayMedium-bold.fntdata"/><Relationship Id="rId16" Type="http://schemas.openxmlformats.org/officeDocument/2006/relationships/font" Target="fonts/RedHatDisplayMedium-regular.fntdata"/><Relationship Id="rId19" Type="http://schemas.openxmlformats.org/officeDocument/2006/relationships/font" Target="fonts/RedHatDisplayMedium-boldItalic.fntdata"/><Relationship Id="rId18" Type="http://schemas.openxmlformats.org/officeDocument/2006/relationships/font" Target="fonts/RedHatDisplay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c32917ebaf_1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c32917ebaf_1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32917ebaf_1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c32917ebaf_1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32917ebaf_1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c32917ebaf_1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32917ebaf_1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c32917ebaf_1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c32917ebaf_1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c32917ebaf_1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c32917ebaf_1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c32917ebaf_1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259050" y="2207725"/>
            <a:ext cx="61494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 Store Sales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Presentation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Miles McCulloch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4"/>
          <p:cNvSpPr txBox="1"/>
          <p:nvPr>
            <p:ph type="title"/>
          </p:nvPr>
        </p:nvSpPr>
        <p:spPr>
          <a:xfrm>
            <a:off x="3108900" y="163356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It Simple</a:t>
            </a:r>
            <a:endParaRPr/>
          </a:p>
        </p:txBody>
      </p:sp>
      <p:sp>
        <p:nvSpPr>
          <p:cNvPr id="555" name="Google Shape;555;p44"/>
          <p:cNvSpPr txBox="1"/>
          <p:nvPr>
            <p:ph idx="1" type="subTitle"/>
          </p:nvPr>
        </p:nvSpPr>
        <p:spPr>
          <a:xfrm>
            <a:off x="3063300" y="1395225"/>
            <a:ext cx="5760900" cy="16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was only provided with a brief and there were no client meetings held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KPI based on the brief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charts and pie charts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line chart showing sales and profit over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Slicers allowing the visualisations to be </a:t>
            </a:r>
            <a:r>
              <a:rPr lang="en"/>
              <a:t>easily </a:t>
            </a:r>
            <a:r>
              <a:rPr lang="en"/>
              <a:t>customised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5"/>
          <p:cNvSpPr/>
          <p:nvPr/>
        </p:nvSpPr>
        <p:spPr>
          <a:xfrm>
            <a:off x="228600" y="1459115"/>
            <a:ext cx="28347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61" name="Google Shape;561;p45"/>
          <p:cNvCxnSpPr/>
          <p:nvPr/>
        </p:nvCxnSpPr>
        <p:spPr>
          <a:xfrm>
            <a:off x="23290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45"/>
          <p:cNvSpPr/>
          <p:nvPr/>
        </p:nvSpPr>
        <p:spPr>
          <a:xfrm>
            <a:off x="3154650" y="1459115"/>
            <a:ext cx="28347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63" name="Google Shape;563;p45"/>
          <p:cNvCxnSpPr/>
          <p:nvPr/>
        </p:nvCxnSpPr>
        <p:spPr>
          <a:xfrm>
            <a:off x="315895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45"/>
          <p:cNvSpPr/>
          <p:nvPr/>
        </p:nvSpPr>
        <p:spPr>
          <a:xfrm>
            <a:off x="6080700" y="1459115"/>
            <a:ext cx="28347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65" name="Google Shape;565;p45"/>
          <p:cNvCxnSpPr/>
          <p:nvPr/>
        </p:nvCxnSpPr>
        <p:spPr>
          <a:xfrm>
            <a:off x="608500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6" name="Google Shape;566;p45"/>
          <p:cNvSpPr txBox="1"/>
          <p:nvPr>
            <p:ph type="title"/>
          </p:nvPr>
        </p:nvSpPr>
        <p:spPr>
          <a:xfrm>
            <a:off x="228600" y="420017"/>
            <a:ext cx="6480300" cy="51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PowerBI</a:t>
            </a:r>
            <a:endParaRPr sz="2400"/>
          </a:p>
        </p:txBody>
      </p:sp>
      <p:sp>
        <p:nvSpPr>
          <p:cNvPr id="567" name="Google Shape;567;p45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Simple yet powerful</a:t>
            </a:r>
            <a:endParaRPr sz="1300"/>
          </a:p>
        </p:txBody>
      </p:sp>
      <p:sp>
        <p:nvSpPr>
          <p:cNvPr id="568" name="Google Shape;568;p45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Easy to understand 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No technical expertise needed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Allows you to explore your data your way</a:t>
            </a:r>
            <a:endParaRPr/>
          </a:p>
        </p:txBody>
      </p:sp>
      <p:sp>
        <p:nvSpPr>
          <p:cNvPr id="569" name="Google Shape;569;p45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PowerBI Service</a:t>
            </a:r>
            <a:endParaRPr sz="1300"/>
          </a:p>
        </p:txBody>
      </p:sp>
      <p:sp>
        <p:nvSpPr>
          <p:cNvPr id="570" name="Google Shape;570;p45"/>
          <p:cNvSpPr txBox="1"/>
          <p:nvPr>
            <p:ph idx="4" type="subTitle"/>
          </p:nvPr>
        </p:nvSpPr>
        <p:spPr>
          <a:xfrm>
            <a:off x="3425550" y="2628025"/>
            <a:ext cx="24594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Usable on any device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Shareable 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Security</a:t>
            </a:r>
            <a:endParaRPr/>
          </a:p>
        </p:txBody>
      </p:sp>
      <p:sp>
        <p:nvSpPr>
          <p:cNvPr id="571" name="Google Shape;571;p45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Scalability and Integration</a:t>
            </a:r>
            <a:endParaRPr sz="1300"/>
          </a:p>
        </p:txBody>
      </p:sp>
      <p:sp>
        <p:nvSpPr>
          <p:cNvPr id="572" name="Google Shape;572;p45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No size limits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Automatic data updates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Office App Suite &amp; Teams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6"/>
          <p:cNvSpPr txBox="1"/>
          <p:nvPr>
            <p:ph idx="1" type="subTitle"/>
          </p:nvPr>
        </p:nvSpPr>
        <p:spPr>
          <a:xfrm>
            <a:off x="3863175" y="1716275"/>
            <a:ext cx="4966500" cy="145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Ease of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Peace of mind</a:t>
            </a:r>
            <a:endParaRPr/>
          </a:p>
        </p:txBody>
      </p:sp>
      <p:sp>
        <p:nvSpPr>
          <p:cNvPr id="578" name="Google Shape;578;p46"/>
          <p:cNvSpPr txBox="1"/>
          <p:nvPr>
            <p:ph type="title"/>
          </p:nvPr>
        </p:nvSpPr>
        <p:spPr>
          <a:xfrm>
            <a:off x="3863175" y="815125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Benefit to you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7"/>
          <p:cNvSpPr txBox="1"/>
          <p:nvPr>
            <p:ph type="title"/>
          </p:nvPr>
        </p:nvSpPr>
        <p:spPr>
          <a:xfrm>
            <a:off x="228600" y="19840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584" name="Google Shape;584;p47"/>
          <p:cNvSpPr txBox="1"/>
          <p:nvPr>
            <p:ph idx="1" type="subTitle"/>
          </p:nvPr>
        </p:nvSpPr>
        <p:spPr>
          <a:xfrm>
            <a:off x="228600" y="2619417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client meetings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Quotes indicating album title used unique characters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Accessibility concerns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Assumed 20% per unit markup, margins would be much better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indicated records selling multiple copies on a single day in one store and never again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Brief stated the numbers were card details, research showed them as Point-of-Sale indicators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Prices and profit seemed low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8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Q&amp;A</a:t>
            </a:r>
            <a:endParaRPr sz="2400"/>
          </a:p>
        </p:txBody>
      </p:sp>
      <p:sp>
        <p:nvSpPr>
          <p:cNvPr id="590" name="Google Shape;590;p48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Thank You</a:t>
            </a:r>
            <a:endParaRPr sz="5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